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8288000" cy="10287000"/>
  <p:notesSz cx="68580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Italics" panose="020B0604020202020204" charset="0"/>
      <p:regular r:id="rId14"/>
    </p:embeddedFont>
    <p:embeddedFont>
      <p:font typeface="Poppins" panose="00000500000000000000" pitchFamily="2" charset="0"/>
      <p:regular r:id="rId15"/>
    </p:embeddedFont>
    <p:embeddedFont>
      <p:font typeface="Poppins Bold" panose="00000800000000000000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49" y="-54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communityx.in/events/decode-sih-202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781949" y="4685347"/>
            <a:ext cx="472410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NAME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933450"/>
            <a:ext cx="5390257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DECODE SIH 2026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8122920"/>
            <a:ext cx="5052965" cy="1135380"/>
            <a:chOff x="0" y="0"/>
            <a:chExt cx="6737286" cy="151384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47625"/>
              <a:ext cx="3158133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PRESENTED BY: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29895"/>
              <a:ext cx="6737286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Team Name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Problem Statement ID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4993481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TEAM MEMBERS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477616"/>
            <a:ext cx="5052965" cy="208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Member 1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Member 2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Member 3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Member 4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Member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311660"/>
            <a:ext cx="678150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183627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Title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(Pick from OSCode’s Decode SIH 2026 list - </a:t>
            </a:r>
            <a:r>
              <a:rPr lang="en-US" sz="2400" i="1" u="sng">
                <a:solidFill>
                  <a:srgbClr val="5170FF"/>
                </a:solidFill>
                <a:latin typeface="Inter Italics"/>
                <a:ea typeface="Inter Italics"/>
                <a:cs typeface="Inter Italics"/>
                <a:sym typeface="Inter Italics"/>
                <a:hlinkClick r:id="rId4" tooltip="https://www.communityx.in/events/decode-sih-2026"/>
              </a:rPr>
              <a:t>link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639751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Who faces this problem, and how significant is it?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095875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What’s the current gap in the system?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6549390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evidence validates the need?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6613624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PROPOSED 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9035" y="2772927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are you Building?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(Describe in 100-150 words)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639751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are the 3-4 Key Features?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095875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makes it different or innovative?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9337774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WORKING PROTOTYPE &amp; DEMO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756639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Which features are currently functional?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639751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end-to-end user journey will be demonstrated? 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Demo flow: Input → Process → Output → User benefit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9307413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 STACK &amp; ARCHITECTURE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4287" y="2708872"/>
            <a:ext cx="16230600" cy="40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 Stack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(E.G.,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NextJS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Express, Hono, AWS, etc.)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639751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APIs/Libraries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095875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 Plan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6549390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High-level Block Diagram OR Architecture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8002905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How are security, reliability, and scalability handled?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1068079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VALIDATION, FEASIBILITY &amp; IMPACT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823458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testing and measurable results demonstrate that it works?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639751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will real-world deployment require?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095875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impact can it create at scale?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6547247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ROADMAP &amp; CLOSING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911689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are the next major development and pilot milestones?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639751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should this solution move forward?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095875"/>
            <a:ext cx="1623060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Prototype/demo: </a:t>
            </a:r>
            <a:r>
              <a:rPr lang="en-US" sz="2400" i="1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link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Repository: </a:t>
            </a:r>
            <a:r>
              <a:rPr lang="en-US" sz="2400" i="1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356277" y="4685347"/>
            <a:ext cx="3575447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256</Words>
  <Application>Microsoft Office PowerPoint</Application>
  <PresentationFormat>Custom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Poppins Bold</vt:lpstr>
      <vt:lpstr>Arial</vt:lpstr>
      <vt:lpstr>Inter Bold</vt:lpstr>
      <vt:lpstr>Inter Italics</vt:lpstr>
      <vt:lpstr>Calibri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 SIH 2026 - Finals PPT Template</dc:title>
  <cp:lastModifiedBy>Hari Shankar</cp:lastModifiedBy>
  <cp:revision>3</cp:revision>
  <dcterms:created xsi:type="dcterms:W3CDTF">2006-08-16T00:00:00Z</dcterms:created>
  <dcterms:modified xsi:type="dcterms:W3CDTF">2026-09-04T15:02:20Z</dcterms:modified>
  <dc:identifier>DAHTy9ay8hY</dc:identifier>
</cp:coreProperties>
</file>